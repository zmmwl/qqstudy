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9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7FB52-C057-CA8C-CE3D-2EE3DB7F2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82AB47-460B-0C5C-2364-B413AB5DD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4BF73-05C0-947D-B05F-020856AC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3E463-F137-69F4-C904-2CF7AD5E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C9E5B-6118-D25A-D825-B0B2F96D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3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AD0D2-4DAF-1CCE-FC11-C870FAE6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946A7-D289-15E1-E8B0-C40E976D2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E16C0-3B0A-8F86-8E19-9DB0E832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048AC-ECD4-F4A0-3D81-709F273A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4BFED-9F24-F959-3DF9-DBD04732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9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DBC6-372A-47B5-96C4-FE751512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0C258E-1F7B-7112-AAB9-3B297336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8053F-A567-B7BB-E0A7-E84A0C89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97D86-246A-C626-2F5D-F9978590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69D567-1E14-A092-DFE0-595CB344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0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C8A93-2565-06D7-58FF-77D43221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5EFDF-61F7-40AA-D76C-AA814D676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C38443-D57C-72AF-B162-1568851C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BBFD5A-ADF2-DA45-3879-0125E891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2D7291-0089-41C5-39B0-7E1D5448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5D61C0-1F62-F261-5571-34ECA0A8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6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31675-3B65-544E-1301-A8A5EC49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D19701-4BC6-B62B-9FA5-7BE0DD941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39AB64-CC01-ADC1-7D5F-5008A36E1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8C0077-8E48-1DE7-CFE7-8387465D5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BC7D9D-AA73-2173-1843-99D7584C3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717D37-7D89-8D46-E4BC-4AC3D71F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25801D-28FB-96DF-CD75-B7257886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DC189F-57BF-DA21-F61B-92A913C4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7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C6AAB-C67A-50A7-384D-61CD022F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A84DCF-6691-9EE5-8E15-64ED3D2F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F39B31-F315-9A7F-8433-2A82F798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14D6E0-24BD-5ECE-7E89-FF57B071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15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5B593C-EB24-4951-0B79-6961AF0B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1C9B8B-1682-127D-3935-16ADB009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0C0D78-BE28-35CB-88D4-C042CFB2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38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E4786-329F-3E42-4EE5-00F963BA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487D2-4C9F-D210-58D7-61D924F1F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E89514-2949-348C-2D9C-44E3E5E5F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B9D7FD-A00A-D4D8-DF79-9B75CD95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281EE7-8C85-9B5F-B0F1-5A87A5DF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00DEB6-FBAA-90F4-D568-4D60C92E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2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FAE37-F878-2D24-E566-174151C2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A075AB-D84F-098E-B2CC-22E715628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409C77-D9B1-9A95-CE3A-8FE416EB3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483731-1656-D4E7-7166-5D0C1B29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F43DE6-5B37-0821-D5D4-5DEDE6E3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4A753E-9589-792F-6050-2DD9E001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3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33F6C-8A86-72E0-4076-F766C97A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F19E20-CE44-ADD7-9371-FA01758CD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80EED-A3C7-A2E9-4AFA-956B491E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498CA-58EC-B26C-3216-B840F6EB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607390-44C9-BF47-8AE0-93129506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7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D44A1E-5689-CF55-E7AE-3942E8FC9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B1280F-BBCD-33F7-530E-7243CDFC2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0C613D-508F-B224-F4C6-775C2EF2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1DD4D-AD39-4633-ECB6-0FA93A5B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9DBC3-90CA-4A36-6DFA-D5C6FCDE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4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966FBF-8FF0-7A69-9EF4-D2A87B56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313929-8CBA-D112-E09F-49D803ED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06EF9-1AAE-D47B-BD09-8CBAD3AF3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4EB35-C45E-4F8D-8045-D65BB5EA96E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5BA75-8230-C36E-1302-10B6936DD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3EA9F3-55D7-4EB5-3952-4A5CF7590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AAE82-FF1D-4700-B641-C68E4D75B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86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3F86E6-2BAA-A386-46E3-B50CF6393531}"/>
              </a:ext>
            </a:extLst>
          </p:cNvPr>
          <p:cNvSpPr/>
          <p:nvPr/>
        </p:nvSpPr>
        <p:spPr>
          <a:xfrm>
            <a:off x="10649607" y="2593428"/>
            <a:ext cx="1542393" cy="835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</a:p>
          <a:p>
            <a:pPr algn="ctr"/>
            <a:r>
              <a:rPr lang="en-US" altLang="zh-CN" dirty="0"/>
              <a:t>(X86</a:t>
            </a:r>
          </a:p>
          <a:p>
            <a:pPr algn="ctr"/>
            <a:r>
              <a:rPr lang="en-US" altLang="zh-CN" dirty="0"/>
              <a:t>Windows)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7132C4-43DC-A63C-43A1-09130F4B0FAD}"/>
              </a:ext>
            </a:extLst>
          </p:cNvPr>
          <p:cNvSpPr/>
          <p:nvPr/>
        </p:nvSpPr>
        <p:spPr>
          <a:xfrm>
            <a:off x="591207" y="1639614"/>
            <a:ext cx="2023241" cy="13400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dirty="0"/>
              <a:t> int m = 10;  </a:t>
            </a:r>
          </a:p>
          <a:p>
            <a:pPr algn="ctr"/>
            <a:r>
              <a:rPr lang="fr-FR" altLang="zh-CN" dirty="0"/>
              <a:t>  int n = 20;     </a:t>
            </a:r>
          </a:p>
          <a:p>
            <a:pPr algn="ctr"/>
            <a:r>
              <a:rPr lang="fr-FR" altLang="zh-CN" dirty="0"/>
              <a:t>    int x = m+n; 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9FCE10-B46D-F26A-DDFB-95687235EFFA}"/>
              </a:ext>
            </a:extLst>
          </p:cNvPr>
          <p:cNvSpPr/>
          <p:nvPr/>
        </p:nvSpPr>
        <p:spPr>
          <a:xfrm>
            <a:off x="6494737" y="1639613"/>
            <a:ext cx="2023241" cy="13400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dirty="0"/>
              <a:t>X86-Win</a:t>
            </a:r>
          </a:p>
          <a:p>
            <a:pPr algn="ctr"/>
            <a:r>
              <a:rPr lang="fr-FR" altLang="zh-CN" dirty="0"/>
              <a:t>001010101</a:t>
            </a:r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482238E-E491-83EA-3387-3E83822483A0}"/>
              </a:ext>
            </a:extLst>
          </p:cNvPr>
          <p:cNvSpPr/>
          <p:nvPr/>
        </p:nvSpPr>
        <p:spPr>
          <a:xfrm>
            <a:off x="3582714" y="1639613"/>
            <a:ext cx="1797269" cy="13400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</a:p>
          <a:p>
            <a:pPr algn="ctr"/>
            <a:r>
              <a:rPr lang="zh-CN" altLang="en-US" dirty="0"/>
              <a:t>编译器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9C0165-E73D-3D66-73EE-10E3E7282350}"/>
              </a:ext>
            </a:extLst>
          </p:cNvPr>
          <p:cNvSpPr/>
          <p:nvPr/>
        </p:nvSpPr>
        <p:spPr>
          <a:xfrm>
            <a:off x="591207" y="3697017"/>
            <a:ext cx="2023241" cy="13400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dirty="0"/>
              <a:t>m = 10;  </a:t>
            </a:r>
          </a:p>
          <a:p>
            <a:pPr algn="ctr"/>
            <a:r>
              <a:rPr lang="fr-FR" altLang="zh-CN" dirty="0"/>
              <a:t>n = 20;     </a:t>
            </a:r>
          </a:p>
          <a:p>
            <a:pPr algn="ctr"/>
            <a:r>
              <a:rPr lang="fr-FR" altLang="zh-CN" dirty="0"/>
              <a:t>x = m+n;</a:t>
            </a:r>
            <a:endParaRPr lang="en-US" altLang="zh-CN" dirty="0"/>
          </a:p>
          <a:p>
            <a:pPr algn="ctr"/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fr-FR" altLang="zh-CN" dirty="0"/>
              <a:t>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F11B43-EA99-EE86-A242-72AD8D359213}"/>
              </a:ext>
            </a:extLst>
          </p:cNvPr>
          <p:cNvSpPr/>
          <p:nvPr/>
        </p:nvSpPr>
        <p:spPr>
          <a:xfrm>
            <a:off x="9730946" y="4351286"/>
            <a:ext cx="1564070" cy="941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dirty="0"/>
              <a:t>001010101</a:t>
            </a:r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62352C2-DA34-029E-1A35-743AC437D439}"/>
              </a:ext>
            </a:extLst>
          </p:cNvPr>
          <p:cNvSpPr/>
          <p:nvPr/>
        </p:nvSpPr>
        <p:spPr>
          <a:xfrm>
            <a:off x="3098581" y="3697017"/>
            <a:ext cx="1797269" cy="13400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Python</a:t>
            </a:r>
          </a:p>
          <a:p>
            <a:pPr algn="ctr"/>
            <a:r>
              <a:rPr lang="zh-CN" altLang="en-US" dirty="0"/>
              <a:t>编译器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929EAC-6266-C152-F8FB-D7F76934A51E}"/>
              </a:ext>
            </a:extLst>
          </p:cNvPr>
          <p:cNvCxnSpPr>
            <a:stCxn id="5" idx="3"/>
            <a:endCxn id="7" idx="2"/>
          </p:cNvCxnSpPr>
          <p:nvPr/>
        </p:nvCxnSpPr>
        <p:spPr>
          <a:xfrm flipV="1">
            <a:off x="2614448" y="2309648"/>
            <a:ext cx="9682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BF991D-53FC-F0F0-E5E1-C7AEE521B4C4}"/>
              </a:ext>
            </a:extLst>
          </p:cNvPr>
          <p:cNvCxnSpPr>
            <a:cxnSpLocks/>
            <a:stCxn id="7" idx="6"/>
            <a:endCxn id="6" idx="1"/>
          </p:cNvCxnSpPr>
          <p:nvPr/>
        </p:nvCxnSpPr>
        <p:spPr>
          <a:xfrm>
            <a:off x="5379983" y="2309648"/>
            <a:ext cx="1114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1C9D47C-5045-A68F-D896-5D7FD3ADCA8D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8517978" y="2309648"/>
            <a:ext cx="2131629" cy="701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92633D3-C92B-BDDD-BE3D-1CF50FFB1482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>
            <a:off x="2614448" y="4367052"/>
            <a:ext cx="484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8B060B-0E7B-74B8-473B-A9B4D343D6A7}"/>
              </a:ext>
            </a:extLst>
          </p:cNvPr>
          <p:cNvSpPr/>
          <p:nvPr/>
        </p:nvSpPr>
        <p:spPr>
          <a:xfrm>
            <a:off x="5379983" y="3968971"/>
            <a:ext cx="1237590" cy="7961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中间码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18E1A08-C9B2-4234-142A-6A1AF0E2229B}"/>
              </a:ext>
            </a:extLst>
          </p:cNvPr>
          <p:cNvCxnSpPr>
            <a:cxnSpLocks/>
            <a:stCxn id="10" idx="6"/>
            <a:endCxn id="25" idx="1"/>
          </p:cNvCxnSpPr>
          <p:nvPr/>
        </p:nvCxnSpPr>
        <p:spPr>
          <a:xfrm flipV="1">
            <a:off x="4895850" y="4367051"/>
            <a:ext cx="4841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C7E3332-3468-37C6-17CF-A9B953B0450E}"/>
              </a:ext>
            </a:extLst>
          </p:cNvPr>
          <p:cNvSpPr txBox="1"/>
          <p:nvPr/>
        </p:nvSpPr>
        <p:spPr>
          <a:xfrm>
            <a:off x="2916621" y="1592313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Arm</a:t>
            </a:r>
          </a:p>
          <a:p>
            <a:r>
              <a:rPr lang="en-US" altLang="zh-CN" dirty="0"/>
              <a:t>Linux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33C4939-10BC-7EF9-555B-3712B67D4ACF}"/>
              </a:ext>
            </a:extLst>
          </p:cNvPr>
          <p:cNvSpPr txBox="1"/>
          <p:nvPr/>
        </p:nvSpPr>
        <p:spPr>
          <a:xfrm>
            <a:off x="5719667" y="1639613"/>
            <a:ext cx="574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X86</a:t>
            </a:r>
          </a:p>
          <a:p>
            <a:r>
              <a:rPr lang="en-US" altLang="zh-CN" dirty="0"/>
              <a:t>Win</a:t>
            </a:r>
            <a:endParaRPr lang="zh-CN" altLang="en-US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39E5785-5592-A78F-7A6A-ECFF420593E8}"/>
              </a:ext>
            </a:extLst>
          </p:cNvPr>
          <p:cNvCxnSpPr>
            <a:cxnSpLocks/>
            <a:stCxn id="9" idx="0"/>
            <a:endCxn id="4" idx="1"/>
          </p:cNvCxnSpPr>
          <p:nvPr/>
        </p:nvCxnSpPr>
        <p:spPr>
          <a:xfrm flipV="1">
            <a:off x="10512981" y="3011214"/>
            <a:ext cx="136626" cy="1340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FA954CC-1E48-9C2A-3C26-EE94F7281E2D}"/>
              </a:ext>
            </a:extLst>
          </p:cNvPr>
          <p:cNvCxnSpPr>
            <a:cxnSpLocks/>
            <a:stCxn id="50" idx="3"/>
            <a:endCxn id="9" idx="1"/>
          </p:cNvCxnSpPr>
          <p:nvPr/>
        </p:nvCxnSpPr>
        <p:spPr>
          <a:xfrm flipV="1">
            <a:off x="9270784" y="4822280"/>
            <a:ext cx="460162" cy="39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4540302-8479-8EFC-F2B4-560BB2977AE2}"/>
              </a:ext>
            </a:extLst>
          </p:cNvPr>
          <p:cNvSpPr/>
          <p:nvPr/>
        </p:nvSpPr>
        <p:spPr>
          <a:xfrm>
            <a:off x="7859770" y="4639004"/>
            <a:ext cx="1411014" cy="11587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解释器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6FD2AA6-0C5F-91CE-C308-61CCC9B59DD6}"/>
              </a:ext>
            </a:extLst>
          </p:cNvPr>
          <p:cNvCxnSpPr>
            <a:cxnSpLocks/>
            <a:stCxn id="25" idx="3"/>
            <a:endCxn id="50" idx="1"/>
          </p:cNvCxnSpPr>
          <p:nvPr/>
        </p:nvCxnSpPr>
        <p:spPr>
          <a:xfrm>
            <a:off x="6617573" y="4367051"/>
            <a:ext cx="1242197" cy="85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EC93CB3D-174D-F4FC-0733-227FC3A128FB}"/>
              </a:ext>
            </a:extLst>
          </p:cNvPr>
          <p:cNvSpPr/>
          <p:nvPr/>
        </p:nvSpPr>
        <p:spPr>
          <a:xfrm>
            <a:off x="10649607" y="969548"/>
            <a:ext cx="1542393" cy="83557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</a:p>
          <a:p>
            <a:pPr algn="ctr"/>
            <a:r>
              <a:rPr lang="en-US" altLang="zh-CN" dirty="0"/>
              <a:t>(Arm</a:t>
            </a:r>
          </a:p>
          <a:p>
            <a:pPr algn="ctr"/>
            <a:r>
              <a:rPr lang="en-US" altLang="zh-CN" dirty="0"/>
              <a:t>Linux)</a:t>
            </a:r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E7296CE-60E1-BA99-D4B7-6E7AC9DF3B6E}"/>
              </a:ext>
            </a:extLst>
          </p:cNvPr>
          <p:cNvSpPr/>
          <p:nvPr/>
        </p:nvSpPr>
        <p:spPr>
          <a:xfrm>
            <a:off x="6494737" y="155652"/>
            <a:ext cx="2023241" cy="13400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dirty="0"/>
              <a:t>Arm-Linux</a:t>
            </a:r>
          </a:p>
          <a:p>
            <a:pPr algn="ctr"/>
            <a:r>
              <a:rPr lang="fr-FR" altLang="zh-CN" dirty="0"/>
              <a:t>001010101</a:t>
            </a:r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  <a:p>
            <a:pPr algn="ctr"/>
            <a:r>
              <a:rPr lang="fr-FR" altLang="zh-CN" dirty="0"/>
              <a:t>001010101</a:t>
            </a:r>
            <a:endParaRPr lang="zh-CN" altLang="en-US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D58EA396-F73E-A147-4D76-2B72DA2B271E}"/>
              </a:ext>
            </a:extLst>
          </p:cNvPr>
          <p:cNvSpPr/>
          <p:nvPr/>
        </p:nvSpPr>
        <p:spPr>
          <a:xfrm>
            <a:off x="3582714" y="155652"/>
            <a:ext cx="1797269" cy="134006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</a:p>
          <a:p>
            <a:pPr algn="ctr"/>
            <a:r>
              <a:rPr lang="zh-CN" altLang="en-US" dirty="0"/>
              <a:t>编译器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504F234-8816-B7A8-CAAD-1BA8BFE02C3C}"/>
              </a:ext>
            </a:extLst>
          </p:cNvPr>
          <p:cNvCxnSpPr>
            <a:cxnSpLocks/>
            <a:stCxn id="63" idx="6"/>
            <a:endCxn id="62" idx="1"/>
          </p:cNvCxnSpPr>
          <p:nvPr/>
        </p:nvCxnSpPr>
        <p:spPr>
          <a:xfrm>
            <a:off x="5379983" y="825687"/>
            <a:ext cx="1114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0BD54B38-FB0D-AD09-37E7-A801FF9D4BCA}"/>
              </a:ext>
            </a:extLst>
          </p:cNvPr>
          <p:cNvSpPr txBox="1"/>
          <p:nvPr/>
        </p:nvSpPr>
        <p:spPr>
          <a:xfrm>
            <a:off x="5719667" y="155652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Arm</a:t>
            </a:r>
          </a:p>
          <a:p>
            <a:r>
              <a:rPr lang="en-US" altLang="zh-CN" dirty="0"/>
              <a:t>Linux</a:t>
            </a:r>
            <a:endParaRPr lang="zh-CN" altLang="en-US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67A5F58-CCA3-7EF6-F703-15914EE271CF}"/>
              </a:ext>
            </a:extLst>
          </p:cNvPr>
          <p:cNvCxnSpPr>
            <a:cxnSpLocks/>
            <a:stCxn id="5" idx="3"/>
            <a:endCxn id="63" idx="2"/>
          </p:cNvCxnSpPr>
          <p:nvPr/>
        </p:nvCxnSpPr>
        <p:spPr>
          <a:xfrm flipV="1">
            <a:off x="2614448" y="825687"/>
            <a:ext cx="968266" cy="148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EE8E875-A8AE-FBCC-DA7A-4DEBB7B80C16}"/>
              </a:ext>
            </a:extLst>
          </p:cNvPr>
          <p:cNvCxnSpPr>
            <a:cxnSpLocks/>
            <a:stCxn id="62" idx="3"/>
            <a:endCxn id="61" idx="1"/>
          </p:cNvCxnSpPr>
          <p:nvPr/>
        </p:nvCxnSpPr>
        <p:spPr>
          <a:xfrm>
            <a:off x="8517978" y="825687"/>
            <a:ext cx="2131629" cy="561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1E432942-CC7C-A94B-2ECB-7943A4616ED8}"/>
              </a:ext>
            </a:extLst>
          </p:cNvPr>
          <p:cNvSpPr/>
          <p:nvPr/>
        </p:nvSpPr>
        <p:spPr>
          <a:xfrm>
            <a:off x="9251578" y="1805120"/>
            <a:ext cx="1024099" cy="84102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解释器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F9B3BE8-F91A-EED3-AA36-E068D7DCA63F}"/>
              </a:ext>
            </a:extLst>
          </p:cNvPr>
          <p:cNvSpPr/>
          <p:nvPr/>
        </p:nvSpPr>
        <p:spPr>
          <a:xfrm>
            <a:off x="9730946" y="1537108"/>
            <a:ext cx="1089463" cy="5695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sz="1050" dirty="0"/>
              <a:t>001010101</a:t>
            </a:r>
          </a:p>
          <a:p>
            <a:pPr algn="ctr"/>
            <a:r>
              <a:rPr lang="fr-FR" altLang="zh-CN" sz="1050" dirty="0"/>
              <a:t>001010101</a:t>
            </a:r>
            <a:endParaRPr lang="zh-CN" altLang="en-US" sz="1050" dirty="0"/>
          </a:p>
          <a:p>
            <a:pPr algn="ctr"/>
            <a:r>
              <a:rPr lang="fr-FR" altLang="zh-CN" sz="1050" dirty="0"/>
              <a:t>001010101</a:t>
            </a:r>
            <a:endParaRPr lang="zh-CN" altLang="en-US" sz="1050" dirty="0"/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856C4D1-5DFC-AD1D-B27F-883EE3E24196}"/>
              </a:ext>
            </a:extLst>
          </p:cNvPr>
          <p:cNvCxnSpPr>
            <a:cxnSpLocks/>
            <a:stCxn id="25" idx="3"/>
            <a:endCxn id="78" idx="1"/>
          </p:cNvCxnSpPr>
          <p:nvPr/>
        </p:nvCxnSpPr>
        <p:spPr>
          <a:xfrm flipV="1">
            <a:off x="6617573" y="2225630"/>
            <a:ext cx="2634005" cy="2141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1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75</Words>
  <Application>Microsoft Office PowerPoint</Application>
  <PresentationFormat>宽屏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zhou</dc:creator>
  <cp:lastModifiedBy>Tyler zhou</cp:lastModifiedBy>
  <cp:revision>2</cp:revision>
  <dcterms:created xsi:type="dcterms:W3CDTF">2026-05-01T11:35:13Z</dcterms:created>
  <dcterms:modified xsi:type="dcterms:W3CDTF">2026-05-01T15:06:28Z</dcterms:modified>
</cp:coreProperties>
</file>